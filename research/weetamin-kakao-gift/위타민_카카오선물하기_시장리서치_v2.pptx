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</a:rPr>
              <a:t>MARKET RESEARCH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위타민 x 카카오 선물하기
시장 정밀 리서치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카카오 선물하기 건강식품 카테고리 랭킹 · 인디 브랜드 전략 · 위타민 경쟁 포지셔닝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Prepared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BRANDRISE by HIZ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2026. 03. 26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64465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CCCCCC"/>
                </a:solidFill>
              </a:rPr>
              <a:t>BRANDRISE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카카오 선물하기 건강식품 시장에서 위타민이 진입할 수 있는 구체적 기회를 분석합니다.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377440" cy="128016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AAAAAA"/>
                </a:solidFill>
              </a:rPr>
              <a:t>배송상품 카테고리</a:t>
            </a:r>
          </a:p>
          <a:p>
            <a:pPr algn="ctr"/>
            <a:r>
              <a:rPr sz="2800" b="1">
                <a:solidFill>
                  <a:srgbClr val="FFFFFF"/>
                </a:solidFill>
              </a:rPr>
              <a:t>1위</a:t>
            </a:r>
          </a:p>
          <a:p>
            <a:pPr algn="ctr"/>
            <a:r>
              <a:rPr sz="900">
                <a:solidFill>
                  <a:srgbClr val="999999"/>
                </a:solidFill>
              </a:rPr>
              <a:t>비타민/영양제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645920"/>
            <a:ext cx="2377440" cy="128016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AAAAAA"/>
                </a:solidFill>
              </a:rPr>
              <a:t>소비자 핵심 가격대</a:t>
            </a:r>
          </a:p>
          <a:p>
            <a:pPr algn="ctr"/>
            <a:r>
              <a:rPr sz="2800" b="1">
                <a:solidFill>
                  <a:srgbClr val="FFFFFF"/>
                </a:solidFill>
              </a:rPr>
              <a:t>64%</a:t>
            </a:r>
          </a:p>
          <a:p>
            <a:pPr algn="ctr"/>
            <a:r>
              <a:rPr sz="900">
                <a:solidFill>
                  <a:srgbClr val="999999"/>
                </a:solidFill>
              </a:rPr>
              <a:t>2~3만원대 구매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645920"/>
            <a:ext cx="2377440" cy="128016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AAAAAA"/>
                </a:solidFill>
              </a:rPr>
              <a:t>위타민 핫존 제품</a:t>
            </a:r>
          </a:p>
          <a:p>
            <a:pPr algn="ctr"/>
            <a:r>
              <a:rPr sz="2800" b="1">
                <a:solidFill>
                  <a:srgbClr val="FFFFFF"/>
                </a:solidFill>
              </a:rPr>
              <a:t>6개</a:t>
            </a:r>
          </a:p>
          <a:p>
            <a:pPr algn="ctr"/>
            <a:r>
              <a:rPr sz="900">
                <a:solidFill>
                  <a:srgbClr val="999999"/>
                </a:solidFill>
              </a:rPr>
              <a:t>2~3만원대 보유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645920"/>
            <a:ext cx="2377440" cy="12801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AAAAAA"/>
                </a:solidFill>
              </a:rPr>
              <a:t>진입 가능 구간</a:t>
            </a:r>
          </a:p>
          <a:p>
            <a:pPr algn="ctr"/>
            <a:r>
              <a:rPr sz="2800" b="1">
                <a:solidFill>
                  <a:srgbClr val="FFFFFF"/>
                </a:solidFill>
              </a:rPr>
              <a:t>16~30위</a:t>
            </a:r>
          </a:p>
          <a:p>
            <a:pPr algn="ctr"/>
            <a:r>
              <a:rPr sz="900">
                <a:solidFill>
                  <a:srgbClr val="999999"/>
                </a:solidFill>
              </a:rPr>
              <a:t>중소 브랜드 영역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10698480" cy="10972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6B7280"/>
                </a:solidFill>
              </a:rPr>
              <a:t>핵심 진단</a:t>
            </a:r>
          </a:p>
          <a:p>
            <a:r>
              <a:rPr sz="1400" b="0">
                <a:solidFill>
                  <a:srgbClr val="FFFFFF"/>
                </a:solidFill>
              </a:rPr>
              <a:t>비타민/영양제가 배송상품 1위 카테고리, 소비자 64%가 2~3만원대 구매.
위타민의 6개 제품이 이 핫존에 위치 — 선물 세트 구성으로 16~30위 구간 진입 가능.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기회 적합도: 높음  |  추천: 2~3만원대 선물 세트 3종+  |  Quick Win: 시즌 에디션 + 리뷰 확보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64465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CCCCCC"/>
                </a:solidFill>
              </a:rPr>
              <a:t>BRANDRISE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</a:rPr>
              <a:t>PART 1. 인기 랭킹 — Tier A: 상위 1~5위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4191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브랜드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제품명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가격대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근거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오쏘몰(동아제약)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이뮨 멀티비타민 30일분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69,000~79,000원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전체 1위, 5월 180만병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오쏘몰(동아제약)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이뮨 7일분 (체험팩)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19,900~26,100원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선물 입문 가격대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정관장(KGC)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홍삼정 에브리타임 밸런스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30,000~55,000원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건기식 생산실적 1위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오쏘몰(동아제약)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바이탈 m/f (성별맞춤)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69,000~79,000원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2025.1월 출시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정관장(KGC)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홍이랑 튼튼 (키즈)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30,000~50,000원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3040 자녀선물 1위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* 카카오 선물하기 SPA 기반, 보도자료/기사 교차검증 추정 랭킹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64465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CCCCCC"/>
                </a:solidFill>
              </a:rPr>
              <a:t>BRANDRISE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</a:rPr>
              <a:t>PART 1. 인기 랭킹 — Tier B: 6~15위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41563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브랜드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제품명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가격대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바이탈뷰티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메타그린 슬림업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35,000~55,000원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뷰티x건강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고려은단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비타민C 1000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25,000~48,180원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국민 비타민C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종근당건강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이뮨 듀오 멀티비타맥스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26,100원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구매율 1위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덴프스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트루바이타민 30포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49,000원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프리미엄 맞춤형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에스더포뮬러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글루타치온 다이렉트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39,000~59,000원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이너뷰티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11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뉴트리원(CJ)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비비랩 저분자 콜라겐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29,000~49,000원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CJ 유통망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비타바움(독일)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멀티비타민 V-콤플렉스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95,200원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프리미엄 액상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13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GNC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메가틴 90정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35,000원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글로벌 신뢰도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노티드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비타민D 꾸미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32,900원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MZ 콜라보</a:t>
                      </a:r>
                    </a:p>
                  </a:txBody>
                  <a:tcPr/>
                </a:tc>
              </a:tr>
              <a:tr h="415640">
                <a:tc>
                  <a:txBody>
                    <a:bodyPr/>
                    <a:lstStyle/>
                    <a:p>
                      <a:r>
                        <a:rPr sz="900"/>
                        <a:t>15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듀오랩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건강 시너지 패키지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35,000~55,000원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MZ세대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754880" y="64465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CCCCCC"/>
                </a:solidFill>
              </a:rPr>
              <a:t>BRANDRISE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</a:rPr>
              <a:t>PART 1. 인기 랭킹 — Tier C: 16~30위 (위타민 진입 구간)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41563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순위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브랜드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제품명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가격대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하이웰(NZ)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멀티비타민&amp;미네랄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32,000원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NZ 프리미엄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17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닥터엘리자베스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활력비타민 BnC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11,900원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초저가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솔가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에스터-C 비타민 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54,000원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미국산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19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광동제약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비타500 수퍼멀티앰플샷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15,000~25,000원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드링크형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잭앤펄스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에너블라스트 포션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30,000원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액상형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21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레모나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구미 멀티비타민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9,900원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최저가대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키누x핑크퐁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츄어블 멀티비타민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19,900원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키즈 콜라보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23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NOW Foods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칼-맥 D3&amp;아연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28,000원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미국 가성비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90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모어네이처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루테인/오메가3 세트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30,000~50,000원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자연 유래</a:t>
                      </a:r>
                    </a:p>
                  </a:txBody>
                  <a:tcPr/>
                </a:tc>
              </a:tr>
              <a:tr h="415640">
                <a:tc>
                  <a:txBody>
                    <a:bodyPr/>
                    <a:lstStyle/>
                    <a:p>
                      <a:r>
                        <a:rPr sz="900"/>
                        <a:t>25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필리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맞춤 영양제 세트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35,000~59,000원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AI 맞춤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754880" y="64465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CCCCCC"/>
                </a:solidFill>
              </a:rPr>
              <a:t>BRANDRISE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</a:rPr>
              <a:t>PART 1. 가격대 분포 &amp; 독점 패턴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09728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41801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가격대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제품 수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비중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소비자 구매 비중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900"/>
                        <a:t>1만원 이하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18%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900"/>
                        <a:t>1~2만원대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5개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17%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-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900"/>
                        <a:t>2~3만원대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35% (최다)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900"/>
                        <a:t>3~5만원대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8개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27%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29%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900"/>
                        <a:t>5~7만원대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8%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r>
                        <a:rPr sz="900"/>
                        <a:t>7만원 이상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3개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10%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-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4206240"/>
            <a:ext cx="10698480" cy="201168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11827"/>
                </a:solidFill>
              </a:rPr>
              <a:t>독점 패턴 요약</a:t>
            </a:r>
          </a:p>
          <a:p>
            <a:r>
              <a:rPr sz="1100" b="0">
                <a:solidFill>
                  <a:srgbClr val="6B7280"/>
                </a:solidFill>
              </a:rPr>
              <a:t>• 1~5위: 오쏘몰 + 정관장 독점 (대기업/수입사)</a:t>
            </a:r>
          </a:p>
          <a:p>
            <a:r>
              <a:rPr sz="1100" b="0">
                <a:solidFill>
                  <a:srgbClr val="6B7280"/>
                </a:solidFill>
              </a:rPr>
              <a:t>• 6~15위: 대기업 서브 브랜드 + 프리미엄 수입</a:t>
            </a:r>
          </a:p>
          <a:p>
            <a:r>
              <a:rPr sz="1100" b="0">
                <a:solidFill>
                  <a:srgbClr val="6B7280"/>
                </a:solidFill>
              </a:rPr>
              <a:t>• 16위 이하: 중소/인디 브랜드 등장 → 위타민 진입 포인트</a:t>
            </a:r>
          </a:p>
          <a:p>
            <a:r>
              <a:rPr sz="1100" b="1">
                <a:solidFill>
                  <a:srgbClr val="F97316"/>
                </a:solidFill>
              </a:rPr>
              <a:t>• 핵심: 소비자 64%가 2~3만원대 구매, 위타민 6개 제품이 이 구간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64465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CCCCCC"/>
                </a:solidFill>
              </a:rPr>
              <a:t>BRANDRISE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</a:rPr>
              <a:t>PART 2. 인디 브랜드 성공 사례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4191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브랜드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포지셔닝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카카오 전략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가격대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차별점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00"/>
                        <a:t>듀오랩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MZ 건기식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건강 시너지 패키지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35,000~55,000원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비타민+유산균 조합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00"/>
                        <a:t>덴프스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프리미엄 맞춤형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트루바이타민 30포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49,000원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개인 맞춤 포뮬러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00"/>
                        <a:t>필리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맞춤 정기구독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선물용 세트 구성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35,000~59,000원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AI 기반 추천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00"/>
                        <a:t>닥터엘리자베스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가성비 건기식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다수 SKU 노출 최대화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9,900~99,000원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가격대 세분화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00"/>
                        <a:t>노티드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디저트x건강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비타민D 꾸미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32,900원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맛있는 건강 감성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754880" y="64465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CCCCCC"/>
                </a:solidFill>
              </a:rPr>
              <a:t>BRANDRISE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</a:rPr>
              <a:t>PART 2. 인디 브랜드 성공 전략 4가지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560320" cy="3200400"/>
          </a:xfrm>
          <a:prstGeom prst="roundRect">
            <a:avLst/>
          </a:prstGeom>
          <a:solidFill>
            <a:srgbClr val="F9FAF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DD4BF"/>
                </a:solidFill>
              </a:rPr>
              <a:t>01 선물 최적화 패키지</a:t>
            </a:r>
          </a:p>
          <a:p>
            <a:r>
              <a:rPr sz="600" b="0">
                <a:solidFill>
                  <a:srgbClr val="111827"/>
                </a:solidFill>
              </a:rPr>
              <a:t/>
            </a:r>
          </a:p>
          <a:p>
            <a:r>
              <a:rPr sz="1100" b="0">
                <a:solidFill>
                  <a:srgbClr val="6B7280"/>
                </a:solidFill>
              </a:rPr>
              <a:t>트렌디 디자인
커스텀 메시지카드
서프라이즈 언박싱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0" y="1371600"/>
            <a:ext cx="2560320" cy="3200400"/>
          </a:xfrm>
          <a:prstGeom prst="roundRect">
            <a:avLst/>
          </a:prstGeom>
          <a:solidFill>
            <a:srgbClr val="F9FAFB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97316"/>
                </a:solidFill>
              </a:rPr>
              <a:t>02 가격대 전략</a:t>
            </a:r>
          </a:p>
          <a:p>
            <a:r>
              <a:rPr sz="600" b="0">
                <a:solidFill>
                  <a:srgbClr val="111827"/>
                </a:solidFill>
              </a:rPr>
              <a:t/>
            </a:r>
          </a:p>
          <a:p>
            <a:r>
              <a:rPr sz="1100" b="0">
                <a:solidFill>
                  <a:srgbClr val="6B7280"/>
                </a:solidFill>
              </a:rPr>
              <a:t>진입가 9,900~19,900원
메인가 29,000~39,000원
프리미엄 49,000~69,000원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2560320" cy="3200400"/>
          </a:xfrm>
          <a:prstGeom prst="roundRect">
            <a:avLst/>
          </a:prstGeom>
          <a:solidFill>
            <a:srgbClr val="F9FAF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B82F6"/>
                </a:solidFill>
              </a:rPr>
              <a:t>03 카테고리 키워드</a:t>
            </a:r>
          </a:p>
          <a:p>
            <a:r>
              <a:rPr sz="600" b="0">
                <a:solidFill>
                  <a:srgbClr val="111827"/>
                </a:solidFill>
              </a:rPr>
              <a:t/>
            </a:r>
          </a:p>
          <a:p>
            <a:r>
              <a:rPr sz="1100" b="0">
                <a:solidFill>
                  <a:srgbClr val="6B7280"/>
                </a:solidFill>
              </a:rPr>
              <a:t>"30대 여성 건강식품"
"영양제 3종 세트"
"비타민 선물"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1371600"/>
            <a:ext cx="2560320" cy="3200400"/>
          </a:xfrm>
          <a:prstGeom prst="roundRect">
            <a:avLst/>
          </a:prstGeom>
          <a:solidFill>
            <a:srgbClr val="F9FAF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8B5CF6"/>
                </a:solidFill>
              </a:rPr>
              <a:t>04 한정판/시즌 에디션</a:t>
            </a:r>
          </a:p>
          <a:p>
            <a:r>
              <a:rPr sz="600" b="0">
                <a:solidFill>
                  <a:srgbClr val="111827"/>
                </a:solidFill>
              </a:rPr>
              <a:t/>
            </a:r>
          </a:p>
          <a:p>
            <a:r>
              <a:rPr sz="1100" b="0">
                <a:solidFill>
                  <a:srgbClr val="6B7280"/>
                </a:solidFill>
              </a:rPr>
              <a:t>브랜드 콜라보 패키지
계절별 기프트 박스
증정품+메시지카드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64465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CCCCCC"/>
                </a:solidFill>
              </a:rPr>
              <a:t>BRANDRISE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</a:rPr>
              <a:t>PART 3. 위타민 제품 라인업 (선물 적합도)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416559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제품명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정가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할인가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카테고리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적합도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r>
                        <a:rPr sz="900"/>
                        <a:t>간당당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24,000원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19,800원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간 건강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★★★★★</a:t>
                      </a:r>
                    </a:p>
                  </a:txBody>
                  <a:tcPr/>
                </a:tc>
              </a:tr>
              <a:tr h="416559">
                <a:tc>
                  <a:txBody>
                    <a:bodyPr/>
                    <a:lstStyle/>
                    <a:p>
                      <a:r>
                        <a:rPr sz="900"/>
                        <a:t>당당당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25,300원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19,800원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혈당 관리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★★★★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r>
                        <a:rPr sz="900"/>
                        <a:t>리포좀 글루타치온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42,000원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34,900원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이너뷰티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★★★★★</a:t>
                      </a:r>
                    </a:p>
                  </a:txBody>
                  <a:tcPr/>
                </a:tc>
              </a:tr>
              <a:tr h="416559">
                <a:tc>
                  <a:txBody>
                    <a:bodyPr/>
                    <a:lstStyle/>
                    <a:p>
                      <a:r>
                        <a:rPr sz="900"/>
                        <a:t>리포좀 비타민C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42,000원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31,900원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항산화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★★★★★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r>
                        <a:rPr sz="900"/>
                        <a:t>D3K2 부스터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42,000원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34,800원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비타민D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★★★★</a:t>
                      </a:r>
                    </a:p>
                  </a:txBody>
                  <a:tcPr/>
                </a:tc>
              </a:tr>
              <a:tr h="416559">
                <a:tc>
                  <a:txBody>
                    <a:bodyPr/>
                    <a:lstStyle/>
                    <a:p>
                      <a:r>
                        <a:rPr sz="900"/>
                        <a:t>올리브 에 올리브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59,000원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32,600원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장 건강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★★★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r>
                        <a:rPr sz="900"/>
                        <a:t>장당당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39,000원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39,000원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장 건강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★★★★</a:t>
                      </a:r>
                    </a:p>
                  </a:txBody>
                  <a:tcPr/>
                </a:tc>
              </a:tr>
              <a:tr h="416567">
                <a:tc>
                  <a:txBody>
                    <a:bodyPr/>
                    <a:lstStyle/>
                    <a:p>
                      <a:r>
                        <a:rPr sz="900"/>
                        <a:t>콜라겐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61,000원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60,000원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이너뷰티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★★★★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</a:rPr>
              <a:t>★ 2~3만원대 핫존: 간당당, 당당당, 리포좀 비타민C, 리포좀 글루타치온, 올리브에올리브, D3K2 — 총 6개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64465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CCCCCC"/>
                </a:solidFill>
              </a:rPr>
              <a:t>BRANDRISE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</a:rPr>
              <a:t>PART 3. 위타민 현실적 경쟁 상대 12개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35169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브랜드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주력 제품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가격대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이길 포인트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듀오랩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비타민+유산균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35,000~55,000원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약사 신뢰도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덴프스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트루바이타민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49,000원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가격 경쟁력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모어네이처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루테인,오메가3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30,000~50,000원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MZ 디자인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닥터엘리자베스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활력비타민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9,900~99,000원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프리미엄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9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필리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맞춤 영양제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35,000~59,000원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선물 패키지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900"/>
                        <a:t>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에스더포뮬러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글루타치온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39,000~59,000원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약사 전문성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9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하이웰(NZ)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멀티비타민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18,000~38,000원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국내 신뢰도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900"/>
                        <a:t>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잭앤펄스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에너블라스트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30,000원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라인업 다양성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9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비타바움(독일)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멀티비타민 액상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95,200원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가격(절반)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900"/>
                        <a:t>10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노티드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비타민D 꾸미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32,900원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건기식 전문성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90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뉴트리코어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멀티비타민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25,000~45,000원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카카오 집중</a:t>
                      </a:r>
                    </a:p>
                  </a:txBody>
                  <a:tcPr/>
                </a:tc>
              </a:tr>
              <a:tr h="351696">
                <a:tc>
                  <a:txBody>
                    <a:bodyPr/>
                    <a:lstStyle/>
                    <a:p>
                      <a:r>
                        <a:rPr sz="900"/>
                        <a:t>12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광동제약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비타500 앰플샷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15,000~25,000원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프리미엄 차별화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754880" y="64465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CCCCCC"/>
                </a:solidFill>
              </a:rPr>
              <a:t>BRANDRISE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</a:rPr>
              <a:t>PART 3. 포지셔닝 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280160"/>
            <a:ext cx="9418320" cy="475488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>
                <a:solidFill>
                  <a:srgbClr val="111827"/>
                </a:solidFill>
                <a:latin typeface="Courier New"/>
              </a:rPr>
              <a:t>                    고가 (5만원+)
                        |
     비타바움            |          오쏘몰(제외)
                        |    에스더포뮬러
     솔가/GNC           |    덴프스       필리
                        |
브랜드인지도 낮음 --------+-------- 브랜드인지도 높음
                        |
     닥터엘리자베스      |    듀오랩
     ★위타민★          |    모어네이처
     뉴트리코어         |    노티드    광동
     하이웰   잭앤펄스  |
                        |
                    저가 (2만원 이하)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97316"/>
                </a:solidFill>
              </a:rPr>
              <a:t>현재: 인지도 낮음 × 중가  →  목표: 인지도 상승 × 2~4만원 선물 최적 가격대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64465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CCCCCC"/>
                </a:solidFill>
              </a:rPr>
              <a:t>BRANDRISE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</a:rPr>
              <a:t>PART 3. 위타민이 이길 수 있는 4가지 포인트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560320" cy="3200400"/>
          </a:xfrm>
          <a:prstGeom prst="roundRect">
            <a:avLst/>
          </a:prstGeom>
          <a:solidFill>
            <a:srgbClr val="F9FAFB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DD4BF"/>
                </a:solidFill>
              </a:rPr>
              <a:t>약사 개발 브랜드</a:t>
            </a:r>
          </a:p>
          <a:p>
            <a:r>
              <a:rPr sz="600" b="0">
                <a:solidFill>
                  <a:srgbClr val="111827"/>
                </a:solidFill>
              </a:rPr>
              <a:t/>
            </a:r>
          </a:p>
          <a:p>
            <a:r>
              <a:rPr sz="1100" b="0">
                <a:solidFill>
                  <a:srgbClr val="6B7280"/>
                </a:solidFill>
              </a:rPr>
              <a:t>약사 2인 직접 R&amp;D
듀오랩(식품사), 에스더포뮬러(셀럽)
대비 진정성·전문성 우위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0" y="1371600"/>
            <a:ext cx="2560320" cy="3200400"/>
          </a:xfrm>
          <a:prstGeom prst="roundRect">
            <a:avLst/>
          </a:prstGeom>
          <a:solidFill>
            <a:srgbClr val="F9FAFB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97316"/>
                </a:solidFill>
              </a:rPr>
              <a:t>리포좀 기술 차별화</a:t>
            </a:r>
          </a:p>
          <a:p>
            <a:r>
              <a:rPr sz="600" b="0">
                <a:solidFill>
                  <a:srgbClr val="111827"/>
                </a:solidFill>
              </a:rPr>
              <a:t/>
            </a:r>
          </a:p>
          <a:p>
            <a:r>
              <a:rPr sz="1100" b="0">
                <a:solidFill>
                  <a:srgbClr val="6B7280"/>
                </a:solidFill>
              </a:rPr>
              <a:t>리포좀 글루타치온 34,900원
리포좀 비타민C 31,900원
"같은 가격, 더 높은 흡수율"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2560320" cy="3200400"/>
          </a:xfrm>
          <a:prstGeom prst="roundRect">
            <a:avLst/>
          </a:prstGeom>
          <a:solidFill>
            <a:srgbClr val="F9FAF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B82F6"/>
                </a:solidFill>
              </a:rPr>
              <a:t>핫존 6개 제품 보유</a:t>
            </a:r>
          </a:p>
          <a:p>
            <a:r>
              <a:rPr sz="600" b="0">
                <a:solidFill>
                  <a:srgbClr val="111827"/>
                </a:solidFill>
              </a:rPr>
              <a:t/>
            </a:r>
          </a:p>
          <a:p>
            <a:r>
              <a:rPr sz="1100" b="0">
                <a:solidFill>
                  <a:srgbClr val="6B7280"/>
                </a:solidFill>
              </a:rPr>
              <a:t>소비자 64%가 구매하는
2~3만원대에 6개 제품
선물 세트 구성 최적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1371600"/>
            <a:ext cx="2560320" cy="3200400"/>
          </a:xfrm>
          <a:prstGeom prst="roundRect">
            <a:avLst/>
          </a:prstGeom>
          <a:solidFill>
            <a:srgbClr val="F9FAF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8B5CF6"/>
                </a:solidFill>
              </a:rPr>
              <a:t>"당당" 시리즈 네이밍</a:t>
            </a:r>
          </a:p>
          <a:p>
            <a:r>
              <a:rPr sz="600" b="0">
                <a:solidFill>
                  <a:srgbClr val="111827"/>
                </a:solidFill>
              </a:rPr>
              <a:t/>
            </a:r>
          </a:p>
          <a:p>
            <a:r>
              <a:rPr sz="1100" b="0">
                <a:solidFill>
                  <a:srgbClr val="6B7280"/>
                </a:solidFill>
              </a:rPr>
              <a:t>장당당·간당당·당당당
위트+기억력
검색/공유/바이럴 유리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64465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CCCCCC"/>
                </a:solidFill>
              </a:rPr>
              <a:t>BRANDRISE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</a:rPr>
              <a:t>PART 3. 선물 세트 구성안 + 핵심 제언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42062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세트명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구성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예상 가격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타겟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00"/>
                        <a:t>당당 듀오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간당당 + 장당당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29,800원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직장인 선물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00"/>
                        <a:t>이너뷰티 세트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리포좀 글루타치온 + 리포좀 비타민C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39,800원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20~30대 여성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00"/>
                        <a:t>올인원 건강 박스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간당당 + 장당당 + 당당당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49,800원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부모님/어른</a:t>
                      </a:r>
                    </a:p>
                  </a:txBody>
                  <a:tcPr/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900"/>
                        <a:t>프리미엄 케어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오메가3 + D3K2 + 멀티비타민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69,800원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특별한 날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3840480"/>
            <a:ext cx="10698480" cy="22860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DD4BF"/>
                </a:solidFill>
              </a:rPr>
              <a:t>핵심 제언</a:t>
            </a:r>
          </a:p>
          <a:p>
            <a:r>
              <a:rPr sz="1100" b="0">
                <a:solidFill>
                  <a:srgbClr val="FFFFFF"/>
                </a:solidFill>
              </a:rPr>
              <a:t>즉시 →  카카오톡 스토어 활성화 / 2~3만원대 선물세트 3종+ / 선물용 패키지 / "약사가 만든 비타민" 키워드</a:t>
            </a:r>
          </a:p>
          <a:p>
            <a:r>
              <a:rPr sz="1100" b="0">
                <a:solidFill>
                  <a:srgbClr val="FFFFFF"/>
                </a:solidFill>
              </a:rPr>
              <a:t>중기(3~6개월) →  시즌 에디션(어버이날/추석) / MZ 콜라보 패키지 / 리뷰 확보 캠페인 / "많이 선물한" 랭킹 진입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64465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CCCCCC"/>
                </a:solidFill>
              </a:rPr>
              <a:t>BRANDRISE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